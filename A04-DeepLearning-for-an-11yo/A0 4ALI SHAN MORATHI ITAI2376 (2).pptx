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FA2CD-B48D-4DD5-A082-A65E91F1EAAE}" v="277" dt="2025-10-17T04:48:50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2283" y="1130937"/>
            <a:ext cx="5760846" cy="2310312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  <a:ea typeface="+mj-lt"/>
                <a:cs typeface="+mj-lt"/>
              </a:rPr>
              <a:t>Tensors: The LEGO® Blocks of Deep Learning</a:t>
            </a:r>
            <a:br>
              <a:rPr lang="en-US" sz="4000" b="1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US" sz="4000" b="1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4000" i="1">
                <a:solidFill>
                  <a:schemeClr val="tx2"/>
                </a:solidFill>
                <a:ea typeface="+mj-lt"/>
                <a:cs typeface="+mj-lt"/>
              </a:rPr>
              <a:t>A fun, simple guide for curious minds 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8669" y="3788742"/>
            <a:ext cx="5760846" cy="21418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GROUP MEMBERS:     ALI SHAN and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MORATHI</a:t>
            </a:r>
          </a:p>
          <a:p>
            <a:r>
              <a:rPr lang="en-US" dirty="0">
                <a:solidFill>
                  <a:schemeClr val="tx2"/>
                </a:solidFill>
              </a:rPr>
              <a:t>ITAI-2376.</a:t>
            </a:r>
          </a:p>
          <a:p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PROFESSOR : SITARAM AYYAGARI.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FE79DF-216C-15D6-2BF6-05DDABEF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What we'll learn.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07403-8309-1391-7C7D-369371A06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What a tensor </a:t>
            </a:r>
            <a:r>
              <a:rPr lang="en-US" sz="1800" i="1" dirty="0">
                <a:solidFill>
                  <a:schemeClr val="tx2"/>
                </a:solidFill>
                <a:ea typeface="+mn-lt"/>
                <a:cs typeface="+mn-lt"/>
              </a:rPr>
              <a:t>is?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Scalars → Vectors → Matrices → Tensors </a:t>
            </a: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Why tensors are important in Deep Learning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 hands-on mini activity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2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32FDC-2546-B60E-1C01-5FE744DA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What is a tensor?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1CE8C-4598-DFBD-664F-888E74E54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 tensor is a container that holds numbers in 0, 1, 2, or more directions like LEGO arranged in different shapes.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 tensor is basically a </a:t>
            </a:r>
            <a:r>
              <a:rPr lang="en-US" sz="1800" i="1" dirty="0">
                <a:solidFill>
                  <a:schemeClr val="tx2"/>
                </a:solidFill>
                <a:ea typeface="+mn-lt"/>
                <a:cs typeface="+mn-lt"/>
              </a:rPr>
              <a:t>multi-dimensional array of numbers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. </a:t>
            </a: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 single LEGO brick =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a number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(scalar).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 row of bricks =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a vector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(1D).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 flat square of bricks =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a matrix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(2D).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Many layers stacked =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a tensor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(3D or more).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91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308B2F-0AC3-9E0C-1243-5489D3ED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Scalars / Vectors / Matrices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C071-C77B-A920-7248-24733838E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Scalar (0D):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one number (e.g., temperature = 25).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Vector (1D):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list of numbers (e.g., [3, 7, 2]).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Matrix (2D):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table of numbers (rows and columns).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Tensor (ND):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extends this idea to any number of dimensions.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13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8217E9-AAA7-5F9C-9F72-19E15235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Tensors in real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2F356-E639-65C6-F0B6-A24AFBD23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 black-and-white picture = a matrix (height × width).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 color picture = a 3D tensor (height × width × color-channels).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 batch of 10 color pictures = a 4D tensor (batch × height × width × channels). 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41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2443C2-59DF-FF47-9364-DAAE96B0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Why do deep learning people love tensors?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FB680F0-715C-1D91-5A60-262CB091F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Tensors are how computers </a:t>
            </a:r>
            <a:r>
              <a:rPr lang="en-US" sz="1800" i="1" dirty="0">
                <a:solidFill>
                  <a:schemeClr val="tx2"/>
                </a:solidFill>
                <a:ea typeface="+mn-lt"/>
                <a:cs typeface="+mn-lt"/>
              </a:rPr>
              <a:t>store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and </a:t>
            </a:r>
            <a:r>
              <a:rPr lang="en-US" sz="1800" i="1" dirty="0">
                <a:solidFill>
                  <a:schemeClr val="tx2"/>
                </a:solidFill>
                <a:ea typeface="+mn-lt"/>
                <a:cs typeface="+mn-lt"/>
              </a:rPr>
              <a:t>move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data during learning. </a:t>
            </a: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They let math operations (like addition, multiplying) happen in many dimensions perfect for images, sounds, and more. 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736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E1BCB3-16F4-314B-26F9-3D3119E0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Simple math with tensors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C9F2F-B630-9FEC-C6C7-A79556C9D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Scalar + Scalar = Scalar (1 + 2 = 3)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Vector + Vector = Vector</a:t>
            </a:r>
            <a:endParaRPr lang="en-US" sz="1800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Matrix × Vector = Vector 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Tiny example: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 Vector A = [2, 1]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 Matrix M = [[1, 0], [0, 1]] (the identity)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 M × A = [2, 1] (same as A)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02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7BC1C9-C1A1-BCC0-E1DA-503233DF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Hands-on activity (LEGO or paper)</a:t>
            </a:r>
          </a:p>
          <a:p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2B97F-9DE2-4F84-3869-409B6F32D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Build a tensor with LEGO or paper cubes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1 brick → scalar (place one brick)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Row of 3 bricks → vector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3×3 flat board → matrix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Stack three 3×3 boards → 3D tensor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A5CE35-D696-05A2-0CEF-6CE2A532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  <a:ea typeface="+mj-lt"/>
                <a:cs typeface="+mj-lt"/>
              </a:rPr>
              <a:t>Safety &amp; fairness note 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5159-741D-64BE-0E92-74E43D0F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Tensors are tools good for cool things like helping doctors or teaching robots, but people must use them carefully so machines are fair and kind.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08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BB50E5-0EB1-D06F-219D-6CF6C541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Recap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6BCE-A843-2E16-30D0-ED285F99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Tensors = boxes of numbers in 0, 1, 2, or more directions.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They help computers handle images, sounds, and more.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You can make them with rows, sheets, or stacks try the LEGO activity.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43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3C13D3-A7A9-555D-07D1-58722BAD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Thanks for your time everyone.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C74E0-0000-4080-7C5D-E82099056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tx2"/>
                </a:solidFill>
              </a:rPr>
              <a:t>HAVE A GOOD DAY.</a:t>
            </a:r>
          </a:p>
        </p:txBody>
      </p:sp>
    </p:spTree>
    <p:extLst>
      <p:ext uri="{BB962C8B-B14F-4D97-AF65-F5344CB8AC3E}">
        <p14:creationId xmlns:p14="http://schemas.microsoft.com/office/powerpoint/2010/main" val="1159189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Tensors: The LEGO® Blocks of Deep Learning  A fun, simple guide for curious minds </vt:lpstr>
      <vt:lpstr>What we'll learn.</vt:lpstr>
      <vt:lpstr>What is a tensor?</vt:lpstr>
      <vt:lpstr>Scalars / Vectors / Matrices</vt:lpstr>
      <vt:lpstr>Tensors in real life</vt:lpstr>
      <vt:lpstr>Why do deep learning people love tensors?</vt:lpstr>
      <vt:lpstr>Simple math with tensors</vt:lpstr>
      <vt:lpstr>Hands-on activity (LEGO or paper) </vt:lpstr>
      <vt:lpstr>Safety &amp; fairness note </vt:lpstr>
      <vt:lpstr>Recap</vt:lpstr>
      <vt:lpstr>Thanks for your time everyone.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141</cp:revision>
  <dcterms:created xsi:type="dcterms:W3CDTF">2025-10-17T04:05:00Z</dcterms:created>
  <dcterms:modified xsi:type="dcterms:W3CDTF">2025-10-19T04:37:09Z</dcterms:modified>
</cp:coreProperties>
</file>